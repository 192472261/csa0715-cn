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416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926080"/>
            <a:ext cx="9144000" cy="9144000"/>
          </a:xfrm>
          <a:prstGeom prst="ellipse">
            <a:avLst/>
          </a:prstGeom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-1737360"/>
            <a:ext cx="6400800" cy="6400800"/>
          </a:xfrm>
          <a:prstGeom prst="ellipse">
            <a:avLst/>
          </a:prstGeom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satdish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2510028"/>
            <a:ext cx="1014984" cy="10149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9776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SATELLITE INTERNET COMMUNICATION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47091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i="1" dirty="0">
                <a:solidFill>
                  <a:srgbClr val="00C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OSI Layers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E22635-8773-A72D-80A4-C312C55C1E2B}"/>
              </a:ext>
            </a:extLst>
          </p:cNvPr>
          <p:cNvSpPr txBox="1"/>
          <p:nvPr/>
        </p:nvSpPr>
        <p:spPr>
          <a:xfrm>
            <a:off x="8778240" y="5394960"/>
            <a:ext cx="2985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R.SriVidya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192472261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Satellite Internet: System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28016" cy="128016"/>
          </a:xfrm>
          <a:prstGeom prst="ellipse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Terminal  </a:t>
            </a: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VSAT dish / modem converts user data into RF signals for uplink.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816352"/>
            <a:ext cx="128016" cy="128016"/>
          </a:xfrm>
          <a:prstGeom prst="ellipse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633472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(GEO / MEO / LEO)  </a:t>
            </a: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Receives, amplifies, and relays signals — acts as a relay node, not an IP router in most designs.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986784"/>
            <a:ext cx="128016" cy="128016"/>
          </a:xfrm>
          <a:prstGeom prst="ellipse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803904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Station / Gateway  </a:t>
            </a: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satellite RF link to terrestrial fiber and the public Internet.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5157216"/>
            <a:ext cx="128016" cy="128016"/>
          </a:xfrm>
          <a:prstGeom prst="ellipse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4974336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 as a Framework  </a:t>
            </a: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solves a distinct problem: signal transport, framing, routing, and reliable delivery over a long, lossy path.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406640" y="1554480"/>
            <a:ext cx="4206240" cy="457200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72400" y="187452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wifi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554" y="1963674"/>
            <a:ext cx="507492" cy="50749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641080" y="1965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Terminal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115300" y="2560320"/>
            <a:ext cx="0" cy="502920"/>
          </a:xfrm>
          <a:prstGeom prst="line">
            <a:avLst/>
          </a:prstGeom>
          <a:noFill/>
          <a:ln w="25400">
            <a:solidFill>
              <a:srgbClr val="00C2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772400" y="3044952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satdish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1554" y="3134106"/>
            <a:ext cx="507492" cy="50749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641080" y="31363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Relay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115300" y="3730752"/>
            <a:ext cx="0" cy="502920"/>
          </a:xfrm>
          <a:prstGeom prst="line">
            <a:avLst/>
          </a:prstGeom>
          <a:noFill/>
          <a:ln w="25400">
            <a:solidFill>
              <a:srgbClr val="00C2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7772400" y="4215384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towe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1554" y="4304538"/>
            <a:ext cx="507492" cy="50749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641080" y="430682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Gateway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8115300" y="4901184"/>
            <a:ext cx="0" cy="502920"/>
          </a:xfrm>
          <a:prstGeom prst="line">
            <a:avLst/>
          </a:prstGeom>
          <a:noFill/>
          <a:ln w="25400">
            <a:solidFill>
              <a:srgbClr val="00C2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7772400" y="5385816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glob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1554" y="5474970"/>
            <a:ext cx="507492" cy="50749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641080" y="547725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Backbone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Layers 1–2: Physical &amp; Data Link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bits reliably across the space segment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777240" cy="77724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tower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441" y="2021281"/>
            <a:ext cx="575158" cy="57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993392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Layer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14400" y="2935224"/>
            <a:ext cx="91440" cy="91440"/>
          </a:xfrm>
          <a:prstGeom prst="ellipse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43000" y="277063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transmission in Ku, Ka, or C bands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14400" y="3712464"/>
            <a:ext cx="91440" cy="91440"/>
          </a:xfrm>
          <a:prstGeom prst="ellipse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143000" y="354787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Modulation: QPSK, 8PSK, 16-APSK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14400" y="4489704"/>
            <a:ext cx="91440" cy="91440"/>
          </a:xfrm>
          <a:prstGeom prst="ellipse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143000" y="432511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Free-space path loss &amp; rain fade handled here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914400" y="5266944"/>
            <a:ext cx="91440" cy="91440"/>
          </a:xfrm>
          <a:prstGeom prst="ellipse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143000" y="510235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power, frequency, and antenna geometry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355080" y="160020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720840" y="1920240"/>
            <a:ext cx="777240" cy="77724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layers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881" y="2021281"/>
            <a:ext cx="575158" cy="57515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680960" y="1993392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Link Layer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6720840" y="2935224"/>
            <a:ext cx="91440" cy="91440"/>
          </a:xfrm>
          <a:prstGeom prst="ellipse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949440" y="277063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via DVB-S2 / DVB-RCS standards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6720840" y="3712464"/>
            <a:ext cx="91440" cy="91440"/>
          </a:xfrm>
          <a:prstGeom prst="ellipse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949440" y="354787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Error Correction (FEC) for high bit-error rates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6720840" y="4489704"/>
            <a:ext cx="91440" cy="91440"/>
          </a:xfrm>
          <a:prstGeom prst="ellipse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6949440" y="432511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scheduling: TDMA shares uplink capacity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6720840" y="5266944"/>
            <a:ext cx="91440" cy="91440"/>
          </a:xfrm>
          <a:prstGeom prst="ellipse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6949440" y="510235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 retransmission for corrupted frames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Layers 3–4: Network &amp; Transport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packets — and fighting the physics of latency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networ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441" y="2021281"/>
            <a:ext cx="575158" cy="57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9933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Layer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14400" y="293522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43000" y="2770632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 &amp; packet routing across gateways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371246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143000" y="3547872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satellites usually act as bent-pipe relays; LEO constellations increasingly route on-board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14400" y="448970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143000" y="4325112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Inter-satellite links (ISLs) enable mesh routing in modern constellations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14400" y="526694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143000" y="5102352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mobility as LEO satellites move relative to ground stations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629400" y="1920240"/>
            <a:ext cx="777240" cy="77724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clock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0441" y="2021281"/>
            <a:ext cx="575158" cy="57515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589520" y="19933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 Layer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629400" y="27889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~500–600 ms round-trip time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GEO links stresses standard TCP.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629400" y="3575304"/>
            <a:ext cx="91440" cy="91440"/>
          </a:xfrm>
          <a:prstGeom prst="ellipse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858000" y="3410712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bandwidth-delay product needs bigger TCP windows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629400" y="4261104"/>
            <a:ext cx="91440" cy="91440"/>
          </a:xfrm>
          <a:prstGeom prst="ellipse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6858000" y="4096512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Enhancing Proxies (PEPs) split connections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629400" y="4946904"/>
            <a:ext cx="91440" cy="91440"/>
          </a:xfrm>
          <a:prstGeom prst="ellipse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6858000" y="4782312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Satellite-tuned variants (TCP Hybla, Peach+) improve throughput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Layers 5–7: Session, Presentation &amp; Application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user's traffic actually lives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002536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exchang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721" y="2103577"/>
            <a:ext cx="575158" cy="57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892808"/>
            <a:ext cx="2834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Layer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754880" y="1892808"/>
            <a:ext cx="6583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and re-establishes sessions after link outages caused by rain fade, handoffs, or brief signal loss.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1106424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68680" y="3419856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lo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721" y="3520897"/>
            <a:ext cx="575158" cy="5751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310128"/>
            <a:ext cx="2834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54880" y="3310128"/>
            <a:ext cx="6583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TLS/SSL encryption and data compression reduce payload size — critical given constrained satellite bandwidth.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4617720"/>
            <a:ext cx="1106424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68680" y="4837176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serve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721" y="4938217"/>
            <a:ext cx="575158" cy="5751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727448"/>
            <a:ext cx="2834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4754880" y="4727448"/>
            <a:ext cx="6583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HTTP/HTTPS, DNS, VoIP, and video streaming — often optimized with caching and content pre-fetching at the gateway.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Future Trends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satellite Internet architecture is heading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600ms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round-trip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1960" y="169164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51960" y="17830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25ms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251960" y="25146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LEO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(Starlink-class) latency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0" y="169164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55280" y="17830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955280" y="25146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Satellites in a modern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mesh constellation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rocket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" y="3877970"/>
            <a:ext cx="473659" cy="47365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37490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constellations (Starlink, OneWeb, Kuiper) cut latency dramatically and enable on-board routing via laser inter-satellite links.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4617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globe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50" y="4700930"/>
            <a:ext cx="473659" cy="47365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71600" y="457200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 at gateways and next-gen protocols (QUIC, HTTP/3) further reduce the impact of propagation delay on user experience.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548640" y="5623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The OSI model remains the essential lens for isolating and solving each engineering challenge — from RF physics to application-level QoE — in satellite-delivered Internet.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485</Words>
  <Application>Microsoft Office PowerPoint</Application>
  <PresentationFormat>Widescreen</PresentationFormat>
  <Paragraphs>67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sri vidya</cp:lastModifiedBy>
  <cp:revision>2</cp:revision>
  <dcterms:created xsi:type="dcterms:W3CDTF">2026-07-30T13:32:43Z</dcterms:created>
  <dcterms:modified xsi:type="dcterms:W3CDTF">2026-07-31T07:59:06Z</dcterms:modified>
</cp:coreProperties>
</file>